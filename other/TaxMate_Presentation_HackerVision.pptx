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Tax Mate — Intelligent Income Tax Assistant for Common People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Hacker Vision</a:t>
            </a:r>
          </a:p>
          <a:p>
            <a:r>
              <a:t>“Simplifying tax for everyone, intelligently.”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Filing income tax is confusing for many due to complex calculations &amp; frequent rule changes.</a:t>
            </a:r>
          </a:p>
          <a:p>
            <a:pPr>
              <a:defRPr sz="2000"/>
            </a:pPr>
            <a:r>
              <a:t>• Lack of clarity between old and new tax regimes.</a:t>
            </a:r>
          </a:p>
          <a:p>
            <a:pPr>
              <a:defRPr sz="2000"/>
            </a:pPr>
            <a:r>
              <a:t>• Manual data entry and document handling.</a:t>
            </a:r>
          </a:p>
          <a:p>
            <a:pPr>
              <a:defRPr sz="2000"/>
            </a:pPr>
            <a:r>
              <a:t>• Missed deductions &amp; poor refund tracking.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💡 Need: A smart, secure, and interactive system to simplify and automate the tax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Goal: Create an intelligent, user-friendly web app for seamless tax filing.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Core Features:</a:t>
            </a:r>
          </a:p>
          <a:p>
            <a:pPr>
              <a:defRPr sz="2000"/>
            </a:pPr>
            <a:r>
              <a:t>• Automated tax computation</a:t>
            </a:r>
          </a:p>
          <a:p>
            <a:pPr>
              <a:defRPr sz="2000"/>
            </a:pPr>
            <a:r>
              <a:t>• Regime comparison</a:t>
            </a:r>
          </a:p>
          <a:p>
            <a:pPr>
              <a:defRPr sz="2000"/>
            </a:pPr>
            <a:r>
              <a:t>• Personalized guidance &amp; deduction alerts</a:t>
            </a:r>
          </a:p>
          <a:p>
            <a:pPr>
              <a:defRPr sz="2000"/>
            </a:pPr>
            <a:r>
              <a:t>• Document-based data extraction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Tech Stack (MERN): MongoDB | Express.js | React.js | Node.js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Tax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Goal: Automate accurate tax computation from user inputs &amp; uploaded files.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Approach:</a:t>
            </a:r>
          </a:p>
          <a:p>
            <a:pPr>
              <a:defRPr sz="2000"/>
            </a:pPr>
            <a:r>
              <a:t>• Dual data input: manual entry or document upload.</a:t>
            </a:r>
          </a:p>
          <a:p>
            <a:pPr>
              <a:defRPr sz="2000"/>
            </a:pPr>
            <a:r>
              <a:t>• Backend algorithms validate and compute taxes instantly.</a:t>
            </a:r>
          </a:p>
          <a:p>
            <a:pPr>
              <a:defRPr sz="2000"/>
            </a:pPr>
            <a:r>
              <a:t>• AI-powered data extraction minimizes human error.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Outcome: Fast, precise, and hassle-free tax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Goal: Provide real-time tax guidance through conversation.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Solution:</a:t>
            </a:r>
          </a:p>
          <a:p>
            <a:pPr>
              <a:defRPr sz="2000"/>
            </a:pPr>
            <a:r>
              <a:t>• Integrated 'Tax Bot' chatbot guides users step-by-step.</a:t>
            </a:r>
          </a:p>
          <a:p>
            <a:pPr>
              <a:defRPr sz="2000"/>
            </a:pPr>
            <a:r>
              <a:t>• Offers both text and voice interaction.</a:t>
            </a:r>
          </a:p>
          <a:p>
            <a:pPr>
              <a:defRPr sz="2000"/>
            </a:pPr>
            <a:r>
              <a:t>• Explains tax terms, deductions, and filing steps simply.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Result: Non-technical users can file taxes confidently.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Document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Goal: Extract key details automatically from Form-16 and salary slips.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Solution:</a:t>
            </a:r>
          </a:p>
          <a:p>
            <a:pPr>
              <a:defRPr sz="2000"/>
            </a:pPr>
            <a:r>
              <a:t>• OCR-based extraction from uploaded documents.</a:t>
            </a:r>
          </a:p>
          <a:p>
            <a:pPr>
              <a:defRPr sz="2000"/>
            </a:pPr>
            <a:r>
              <a:t>• Auto-fetches income, deductions, and tax-paid values.</a:t>
            </a:r>
          </a:p>
          <a:p>
            <a:pPr>
              <a:defRPr sz="2000"/>
            </a:pPr>
            <a:r>
              <a:t>• Pre-fills calculator fields to reduce errors.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Efficiency: Upload once — everything else happens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Personalized Suggestions &amp;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Goals:</a:t>
            </a:r>
          </a:p>
          <a:p>
            <a:pPr>
              <a:defRPr sz="2000"/>
            </a:pPr>
            <a:r>
              <a:t>1️⃣ Provide customized deduction suggestions &amp; saving alerts.</a:t>
            </a:r>
          </a:p>
          <a:p>
            <a:pPr>
              <a:defRPr sz="2000"/>
            </a:pPr>
            <a:r>
              <a:t>2️⃣ Maintain transparency and security.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Solution:</a:t>
            </a:r>
          </a:p>
          <a:p>
            <a:pPr>
              <a:defRPr sz="2000"/>
            </a:pPr>
            <a:r>
              <a:t>• Tax Calendar: Notifies users about filing &amp; refunds.</a:t>
            </a:r>
          </a:p>
          <a:p>
            <a:pPr>
              <a:defRPr sz="2000"/>
            </a:pPr>
            <a:r>
              <a:t>• Transparency Center: Displays step-by-step logs.</a:t>
            </a:r>
          </a:p>
          <a:p>
            <a:pPr>
              <a:defRPr sz="2000"/>
            </a:pPr>
            <a:r>
              <a:t>• End-to-end encryption ensures data privacy.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🔐 Trust &amp; Clarity Combined.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Regime Comparison &amp;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Goal: Help users choose between old &amp; new regimes.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Solution:</a:t>
            </a:r>
          </a:p>
          <a:p>
            <a:pPr>
              <a:defRPr sz="2000"/>
            </a:pPr>
            <a:r>
              <a:t>• Dynamic comparison cards showing both regimes with tax difference.</a:t>
            </a:r>
          </a:p>
          <a:p>
            <a:pPr>
              <a:defRPr sz="2000"/>
            </a:pPr>
            <a:r>
              <a:t>• Highlights the most beneficial option automatically.</a:t>
            </a:r>
          </a:p>
          <a:p>
            <a:pPr>
              <a:defRPr sz="2000"/>
            </a:pPr>
            <a:r>
              <a:t>• Simple multilingual UI for inclusivity.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🌐 Accessible, clear, and fair tax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🙏 Thank You for Your Attention!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Team Hacker Vision</a:t>
            </a:r>
          </a:p>
          <a:p>
            <a:pPr>
              <a:defRPr sz="2000"/>
            </a:pPr>
            <a:r>
              <a:t>Smart Solutions for a Smarter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